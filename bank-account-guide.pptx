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</a:rPr>
              <a:t>到大陸開銀行卡</a:t>
            </a:r>
            <a:endParaRPr lang="en-US" sz="5200" dirty="0"/>
          </a:p>
          <a:p>
            <a:pPr algn="ctr"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</a:rPr>
              <a:t>實用指南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3F2FD"/>
                </a:solidFill>
              </a:rPr>
              <a:t>台灣居民赴中國大陸開戶完整攻略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0" y="4389120"/>
            <a:ext cx="6400800" cy="0"/>
          </a:xfrm>
          <a:prstGeom prst="line">
            <a:avLst/>
          </a:prstGeom>
          <a:noFill/>
          <a:ln w="38100">
            <a:solidFill>
              <a:srgbClr val="FF6F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303520"/>
            <a:ext cx="9144000" cy="1097280"/>
          </a:xfrm>
          <a:prstGeom prst="rect">
            <a:avLst/>
          </a:prstGeom>
          <a:solidFill>
            <a:srgbClr val="0D284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54864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📋 建議收藏 以備不時之需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📋 前提準備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📕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15544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大陸通行證（回鄉證）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有效期內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0" y="15544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台胞證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台灣居民來往大陸通行證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383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🏠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554480" y="347472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居住證明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酒店預訂/租房合約/工作證明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120" y="310896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3383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486400" y="347472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大陸手機號碼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必須，接收驗證碼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554480" y="53949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基本聯繫方式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地址、緊急聯繫人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9120" y="50292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💰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86400" y="53949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攜帶現金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2000-5000 人民幣作為初始存款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🏦 推薦銀行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37160" cy="128016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188720"/>
            <a:ext cx="11430000" cy="128016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中國工商銀行 (ICBC)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</a:rPr>
              <a:t>網點最多，服務最完善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37160" cy="1280160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2560320"/>
            <a:ext cx="11430000" cy="128016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中國建設銀行 (CCB)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</a:rPr>
              <a:t>開戶速度較快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37160" cy="128016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3931920"/>
            <a:ext cx="11430000" cy="128016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招商銀行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44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</a:rPr>
              <a:t>服務品質好，有英文介面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137160" cy="12801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360" y="5303520"/>
            <a:ext cx="11430000" cy="128016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支付寶/微信支付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144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</a:rPr>
              <a:t>行動支付必備，需先綁定銀行卡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📝 開戶流程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抵達銀行大廳，取號排隊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00100" y="1600200"/>
            <a:ext cx="0" cy="274320"/>
          </a:xfrm>
          <a:prstGeom prst="line">
            <a:avLst/>
          </a:prstGeom>
          <a:noFill/>
          <a:ln w="25400">
            <a:solidFill>
              <a:srgbClr val="FF6F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659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9659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填寫「個人帳戶開戶申請表」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0100" y="2377440"/>
            <a:ext cx="0" cy="274320"/>
          </a:xfrm>
          <a:prstGeom prst="line">
            <a:avLst/>
          </a:prstGeom>
          <a:noFill/>
          <a:ln w="25400">
            <a:solidFill>
              <a:srgbClr val="FF6F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74320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2743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提交證件（回鄉證+台胞證+居住證明）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0100" y="3154680"/>
            <a:ext cx="0" cy="274320"/>
          </a:xfrm>
          <a:prstGeom prst="line">
            <a:avLst/>
          </a:prstGeom>
          <a:noFill/>
          <a:ln w="25400">
            <a:solidFill>
              <a:srgbClr val="FF6F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044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3520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填寫「稅收居民身份聲明」表格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00100" y="3931920"/>
            <a:ext cx="0" cy="274320"/>
          </a:xfrm>
          <a:prstGeom prst="line">
            <a:avLst/>
          </a:prstGeom>
          <a:noFill/>
          <a:ln w="25400">
            <a:solidFill>
              <a:srgbClr val="FF6F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29768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297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設定銀行卡密碼+預留手機號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00100" y="4709160"/>
            <a:ext cx="0" cy="274320"/>
          </a:xfrm>
          <a:prstGeom prst="line">
            <a:avLst/>
          </a:prstGeom>
          <a:noFill/>
          <a:ln w="25400">
            <a:solidFill>
              <a:srgbClr val="FF6F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074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5074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存入初始存款（建議1000元起）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00100" y="5486400"/>
            <a:ext cx="0" cy="274320"/>
          </a:xfrm>
          <a:prstGeom prst="line">
            <a:avLst/>
          </a:prstGeom>
          <a:noFill/>
          <a:ln w="25400">
            <a:solidFill>
              <a:srgbClr val="FF6F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760720"/>
            <a:ext cx="502920" cy="50292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58521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80160" y="5852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領取銀行卡+開通網銀/手機銀行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⚠️ 重要注意事項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430000" cy="73152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✓ 每家銀行要求可能不同，建議先電話確認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430000" cy="73152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✓ 部分銀行需要「工作證明」或「納稅證明」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11430000" cy="73152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✓ 建議開戶時同時申請「網銀」和「手機銀行」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11430000" cy="73152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✓ 牢記 6 位數純數字「查詢密碼」和「交易密碼」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389120"/>
            <a:ext cx="11430000" cy="73152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✓ 大陸銀行卡在台灣 ATM 也能提款（手續費約 1%）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5212080"/>
            <a:ext cx="11430000" cy="73152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✓ 建議開戶後第一時間綁定支付寶/微信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</a:rPr>
              <a:t>❓ 常見問題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430000" cy="128016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</a:rPr>
              <a:t>Q: 台胞證過期能開戶嗎？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7D32"/>
                </a:solidFill>
              </a:rPr>
              <a:t>A: 不能，必須證件有效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11430000" cy="128016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</a:rPr>
              <a:t>Q: 沒有大陸手機號怎麼辦？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7D32"/>
                </a:solidFill>
              </a:rPr>
              <a:t>A: 可在口岸購買預付費卡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11430000" cy="128016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023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</a:rPr>
              <a:t>Q: 需要多久才能拿到卡？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7D32"/>
                </a:solidFill>
              </a:rPr>
              <a:t>A: 現場即刻出卡，網銀當場開通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5212080"/>
            <a:ext cx="11430000" cy="128016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</a:rPr>
              <a:t>Q: 可以開戶外幣帳戶嗎？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" y="5852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7D32"/>
                </a:solidFill>
              </a:rPr>
              <a:t>A: 可以，需另外申請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📞 緊急聯繫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286000" y="1188720"/>
            <a:ext cx="7772400" cy="100584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256032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</a:rPr>
              <a:t>中國工商銀行客服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1371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3A5F"/>
                </a:solidFill>
              </a:rPr>
              <a:t>95588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286000" y="2377440"/>
            <a:ext cx="7772400" cy="100584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</a:rPr>
              <a:t>中國建設銀行客服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0" y="25603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3A5F"/>
                </a:solidFill>
              </a:rPr>
              <a:t>95533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286000" y="3566160"/>
            <a:ext cx="7772400" cy="100584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3749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</a:rPr>
              <a:t>招商銀行客服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0" y="3749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3A5F"/>
                </a:solidFill>
              </a:rPr>
              <a:t>95555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286000" y="4754880"/>
            <a:ext cx="7772400" cy="100584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4937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</a:rPr>
              <a:t>大陸區號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49377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3A5F"/>
                </a:solidFill>
              </a:rPr>
              <a:t>+86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" y="59436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F2FD"/>
                </a:solidFill>
              </a:rPr>
              <a:t>感謝使用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到大陸開銀行卡實用指南</dc:title>
  <dc:subject>PptxGenJS Presentation</dc:subject>
  <dc:creator>AirClaw</dc:creator>
  <cp:lastModifiedBy>AirClaw</cp:lastModifiedBy>
  <cp:revision>1</cp:revision>
  <dcterms:created xsi:type="dcterms:W3CDTF">2026-03-29T21:19:24Z</dcterms:created>
  <dcterms:modified xsi:type="dcterms:W3CDTF">2026-03-29T21:19:24Z</dcterms:modified>
</cp:coreProperties>
</file>