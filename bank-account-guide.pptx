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到大陸開銀行卡</a:t>
            </a:r>
            <a:endParaRPr lang="en-US" sz="4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實用指南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台灣居民赴中國大陸開戶完整攻略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6F00"/>
                </a:solidFill>
              </a:rPr>
              <a:t>📋 建議收藏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📋 前提準備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4023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</a:rPr>
              <a:t>📕 大陸通行證（回鄉證）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0" y="914400"/>
            <a:ext cx="4023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0" y="1234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</a:rPr>
              <a:t>📗 台胞證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023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514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</a:rPr>
              <a:t>🏠 居住證明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2194560"/>
            <a:ext cx="4023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2514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</a:rPr>
              <a:t>📱 大陸手機號碼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3474720"/>
            <a:ext cx="4023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794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</a:rPr>
              <a:t>👤 聯繫方式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0" y="3474720"/>
            <a:ext cx="4023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3794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</a:rPr>
              <a:t>💰 2000-5000元人民币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🏦 推薦銀行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8595360" cy="86868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</a:rPr>
              <a:t>中國工商銀行 ICBC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</a:rPr>
              <a:t>網點多，服務完善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920240"/>
            <a:ext cx="8595360" cy="86868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57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</a:rPr>
              <a:t>中國建設銀行 CCB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</a:rPr>
              <a:t>開戶較快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926080"/>
            <a:ext cx="8595360" cy="86868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</a:rPr>
              <a:t>招商銀行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</a:rPr>
              <a:t>有英文介面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931920"/>
            <a:ext cx="8595360" cy="86868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</a:rPr>
              <a:t>支付寶/微信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</a:rPr>
              <a:t>需先綁定銀行卡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📝 開戶流程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365760" cy="36576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41832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94183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取號排隊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365760" cy="36576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536192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53619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填寫開戶申請表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057400"/>
            <a:ext cx="365760" cy="36576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130552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13055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提交證件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651760"/>
            <a:ext cx="365760" cy="36576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724912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2724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稅收居民聲明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3246120"/>
            <a:ext cx="365760" cy="36576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3319272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31927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設定密碼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3840480"/>
            <a:ext cx="365760" cy="36576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913632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" y="391363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存入存款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" y="4434840"/>
            <a:ext cx="365760" cy="36576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507992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450799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領取銀行卡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6F00"/>
                </a:solidFill>
              </a:rPr>
              <a:t>⚠️ 注意事項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822960"/>
            <a:ext cx="8595360" cy="68580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</a:rPr>
              <a:t>✓ 先電話確認銀行要求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645920"/>
            <a:ext cx="8595360" cy="68580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</a:rPr>
              <a:t>✓ 網銀+手機銀行一起開通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2468880"/>
            <a:ext cx="8595360" cy="68580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</a:rPr>
              <a:t>✓ 牢記6位數密碼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595360" cy="68580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</a:rPr>
              <a:t>✓ 台灣ATM可提款(約1%手續費)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68580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</a:rPr>
              <a:t>✓ 建議開戶後立即綁定支付寶/微信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</a:rPr>
              <a:t>❓ 常見問題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822960"/>
            <a:ext cx="8595360" cy="109728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</a:rPr>
              <a:t>Q: 台胞證過期能開戶嗎？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</a:rPr>
              <a:t>A: 不能，必須有效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2103120"/>
            <a:ext cx="8595360" cy="109728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</a:rPr>
              <a:t>Q: 沒大陸手機號？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</a:rPr>
              <a:t>A: 可在口岸購買預付費卡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3383280"/>
            <a:ext cx="8595360" cy="109728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</a:rPr>
              <a:t>Q: 多久拿到卡？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</a:rPr>
              <a:t>A: 現場即刻出卡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📞 緊急聯繫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828800" y="1097280"/>
            <a:ext cx="5486400" cy="91440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2103120" y="13258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</a:rPr>
              <a:t>工商銀行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0" y="12801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E3A5F"/>
                </a:solidFill>
              </a:rPr>
              <a:t>95588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828800" y="2286000"/>
            <a:ext cx="5486400" cy="91440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2103120" y="2514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</a:rPr>
              <a:t>建設銀行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246888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E3A5F"/>
                </a:solidFill>
              </a:rPr>
              <a:t>95533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828800" y="3474720"/>
            <a:ext cx="5486400" cy="91440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103120" y="3703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</a:rPr>
              <a:t>招商銀行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3657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E3A5F"/>
                </a:solidFill>
              </a:rPr>
              <a:t>95555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到大陸開銀行卡實用指南</dc:title>
  <dc:subject>PptxGenJS Presentation</dc:subject>
  <dc:creator>AirClaw</dc:creator>
  <cp:lastModifiedBy>AirClaw</cp:lastModifiedBy>
  <cp:revision>1</cp:revision>
  <dcterms:created xsi:type="dcterms:W3CDTF">2026-03-29T21:24:17Z</dcterms:created>
  <dcterms:modified xsi:type="dcterms:W3CDTF">2026-03-29T21:24:17Z</dcterms:modified>
</cp:coreProperties>
</file>