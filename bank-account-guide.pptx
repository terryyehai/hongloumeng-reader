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到大陸開銀行卡實用指南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台灣居民赴中國大陸開戶完整攻略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📋 前提準備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2000"/>
            </a:pPr>
            <a:r>
              <a:t>• 有效期內的【大陸通行證】(回鄉證)</a:t>
            </a:r>
          </a:p>
          <a:p>
            <a:pPr>
              <a:spcBef>
                <a:spcPts val="1000"/>
              </a:spcBef>
              <a:defRPr sz="2000"/>
            </a:pPr>
            <a:r>
              <a:t>• 【台胞證】(台灣居民來往大陸通行證)</a:t>
            </a:r>
          </a:p>
          <a:p>
            <a:pPr>
              <a:spcBef>
                <a:spcPts val="1000"/>
              </a:spcBef>
              <a:defRPr sz="2000"/>
            </a:pPr>
            <a:r>
              <a:t>• 【居住證明】(酒店預訂/租房合約/工作證明)</a:t>
            </a:r>
          </a:p>
          <a:p>
            <a:pPr>
              <a:spcBef>
                <a:spcPts val="1000"/>
              </a:spcBef>
              <a:defRPr sz="2000"/>
            </a:pPr>
            <a:r>
              <a:t>• 大陸手機號碼（必須，接收驗證碼）</a:t>
            </a:r>
          </a:p>
          <a:p>
            <a:pPr>
              <a:spcBef>
                <a:spcPts val="1000"/>
              </a:spcBef>
              <a:defRPr sz="2000"/>
            </a:pPr>
            <a:r>
              <a:t>• 基本聯繫方式（地址、緊急聯繫人）</a:t>
            </a:r>
          </a:p>
          <a:p>
            <a:pPr>
              <a:spcBef>
                <a:spcPts val="1000"/>
              </a:spcBef>
              <a:defRPr sz="2000"/>
            </a:pPr>
            <a:r>
              <a:t>• 建議攜帶 2000-5000 人民幣現金作為初始存款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🏦 推薦銀行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2000"/>
            </a:pPr>
            <a:r>
              <a:t>• 【中國工商銀行(ICBC)】- 網點多，服務完善</a:t>
            </a:r>
          </a:p>
          <a:p>
            <a:pPr>
              <a:spcBef>
                <a:spcPts val="1000"/>
              </a:spcBef>
              <a:defRPr sz="2000"/>
            </a:pPr>
            <a:r>
              <a:t>• 【中國建設銀行(CCB)】- 開戶較快</a:t>
            </a:r>
          </a:p>
          <a:p>
            <a:pPr>
              <a:spcBef>
                <a:spcPts val="1000"/>
              </a:spcBef>
              <a:defRPr sz="2000"/>
            </a:pPr>
            <a:r>
              <a:t>• 【招商銀行】- 服務好，有英文介面</a:t>
            </a:r>
          </a:p>
          <a:p>
            <a:pPr>
              <a:spcBef>
                <a:spcPts val="1000"/>
              </a:spcBef>
              <a:defRPr sz="2000"/>
            </a:pPr>
            <a:r>
              <a:t>• 【支付寶/微信支付】- 需先綁定銀行卡</a:t>
            </a:r>
          </a:p>
          <a:p>
            <a:pPr>
              <a:spcBef>
                <a:spcPts val="1000"/>
              </a:spcBef>
              <a:defRPr sz="2000"/>
            </a:pPr>
            <a:r>
              <a:t>• 避免：一些小銀行可能不受理台胞開戶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📝 開戶流程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2000"/>
            </a:pPr>
            <a:r>
              <a:t>• 1️⃣ 抵達銀行大廳，取號排隊</a:t>
            </a:r>
          </a:p>
          <a:p>
            <a:pPr>
              <a:spcBef>
                <a:spcPts val="1000"/>
              </a:spcBef>
              <a:defRPr sz="2000"/>
            </a:pPr>
            <a:r>
              <a:t>• 2️⃣ 填寫【個人帳戶開戶申請表】</a:t>
            </a:r>
          </a:p>
          <a:p>
            <a:pPr>
              <a:spcBef>
                <a:spcPts val="1000"/>
              </a:spcBef>
              <a:defRPr sz="2000"/>
            </a:pPr>
            <a:r>
              <a:t>• 3️⃣ 提交證件（回鄉證+台胞證+居住證明）</a:t>
            </a:r>
          </a:p>
          <a:p>
            <a:pPr>
              <a:spcBef>
                <a:spcPts val="1000"/>
              </a:spcBef>
              <a:defRPr sz="2000"/>
            </a:pPr>
            <a:r>
              <a:t>• 4️⃣ 填寫【稅收居民身份聲明】表格</a:t>
            </a:r>
          </a:p>
          <a:p>
            <a:pPr>
              <a:spcBef>
                <a:spcPts val="1000"/>
              </a:spcBef>
              <a:defRPr sz="2000"/>
            </a:pPr>
            <a:r>
              <a:t>• 5️⃣ 設定銀行卡密碼+預留手機號</a:t>
            </a:r>
          </a:p>
          <a:p>
            <a:pPr>
              <a:spcBef>
                <a:spcPts val="1000"/>
              </a:spcBef>
              <a:defRPr sz="2000"/>
            </a:pPr>
            <a:r>
              <a:t>• 6️⃣ 存入初始存款（建議1000元起）</a:t>
            </a:r>
          </a:p>
          <a:p>
            <a:pPr>
              <a:spcBef>
                <a:spcPts val="1000"/>
              </a:spcBef>
              <a:defRPr sz="2000"/>
            </a:pPr>
            <a:r>
              <a:t>• 7️⃣ 領取銀行卡+開通網銀/手機銀行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⚠️ 重要注意事項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2000"/>
            </a:pPr>
            <a:r>
              <a:t>• 每家銀行要求可能不同，建議先電話確認</a:t>
            </a:r>
          </a:p>
          <a:p>
            <a:pPr>
              <a:spcBef>
                <a:spcPts val="1000"/>
              </a:spcBef>
              <a:defRPr sz="2000"/>
            </a:pPr>
            <a:r>
              <a:t>• 部分銀行需要【工作證明】或【納稅證明】</a:t>
            </a:r>
          </a:p>
          <a:p>
            <a:pPr>
              <a:spcBef>
                <a:spcPts val="1000"/>
              </a:spcBef>
              <a:defRPr sz="2000"/>
            </a:pPr>
            <a:r>
              <a:t>• 建議開戶時同時申請【網銀】和【手機銀行】</a:t>
            </a:r>
          </a:p>
          <a:p>
            <a:pPr>
              <a:spcBef>
                <a:spcPts val="1000"/>
              </a:spcBef>
              <a:defRPr sz="2000"/>
            </a:pPr>
            <a:r>
              <a:t>• 牢記 6 位數純數字【查詢密碼】和【交易密碼】</a:t>
            </a:r>
          </a:p>
          <a:p>
            <a:pPr>
              <a:spcBef>
                <a:spcPts val="1000"/>
              </a:spcBef>
              <a:defRPr sz="2000"/>
            </a:pPr>
            <a:r>
              <a:t>• 大陸銀行卡在台灣 ATM 也能提款（手續費約 1%）</a:t>
            </a:r>
          </a:p>
          <a:p>
            <a:pPr>
              <a:spcBef>
                <a:spcPts val="1000"/>
              </a:spcBef>
              <a:defRPr sz="2000"/>
            </a:pPr>
            <a:r>
              <a:t>• 建議開戶後第一時間綁定支付寶/微信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❓ 常見問題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2000"/>
            </a:pPr>
            <a:r>
              <a:t>• Q: 台胞證過期能開戶嗎？</a:t>
            </a:r>
            <a:br/>
            <a:r>
              <a:t>   A: 不能，必須證件有效</a:t>
            </a:r>
          </a:p>
          <a:p>
            <a:pPr>
              <a:spcBef>
                <a:spcPts val="1000"/>
              </a:spcBef>
              <a:defRPr sz="2000"/>
            </a:pPr>
            <a:r>
              <a:t>• Q: 沒有大陸手機號怎麼辦？</a:t>
            </a:r>
            <a:br/>
            <a:r>
              <a:t>   A: 可在口岸購買預付費卡</a:t>
            </a:r>
          </a:p>
          <a:p>
            <a:pPr>
              <a:spcBef>
                <a:spcPts val="1000"/>
              </a:spcBef>
              <a:defRPr sz="2000"/>
            </a:pPr>
            <a:r>
              <a:t>• Q: 需要多久才能拿到卡？</a:t>
            </a:r>
            <a:br/>
            <a:r>
              <a:t>   A: 現場即刻出卡，網銀當場開通</a:t>
            </a:r>
          </a:p>
          <a:p>
            <a:pPr>
              <a:spcBef>
                <a:spcPts val="1000"/>
              </a:spcBef>
              <a:defRPr sz="2000"/>
            </a:pPr>
            <a:r>
              <a:t>• Q: 可以開戶外幣帳戶嗎？</a:t>
            </a:r>
            <a:br/>
            <a:r>
              <a:t>   A: 可以，需另外申請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📞 緊急聯繫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2000"/>
            </a:pPr>
            <a:r>
              <a:t>• 中國工商銀行客服：95588</a:t>
            </a:r>
          </a:p>
          <a:p>
            <a:pPr>
              <a:spcBef>
                <a:spcPts val="1000"/>
              </a:spcBef>
              <a:defRPr sz="2000"/>
            </a:pPr>
            <a:r>
              <a:t>• 中國建設銀行客服：95533</a:t>
            </a:r>
          </a:p>
          <a:p>
            <a:pPr>
              <a:spcBef>
                <a:spcPts val="1000"/>
              </a:spcBef>
              <a:defRPr sz="2000"/>
            </a:pPr>
            <a:r>
              <a:t>• 招商銀行客服：95555</a:t>
            </a:r>
          </a:p>
          <a:p>
            <a:pPr>
              <a:spcBef>
                <a:spcPts val="1000"/>
              </a:spcBef>
              <a:defRPr sz="2000"/>
            </a:pPr>
            <a:r>
              <a:t>• 大陸區號：+86</a:t>
            </a:r>
          </a:p>
          <a:p>
            <a:pPr>
              <a:spcBef>
                <a:spcPts val="1000"/>
              </a:spcBef>
              <a:defRPr sz="2000"/>
            </a:pPr>
            <a:r>
              <a:t>• 建議保存此簡報以便不時之需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