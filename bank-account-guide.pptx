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B4513"/>
                </a:solidFill>
              </a:rPr>
              <a:t>到大陸開銀行卡實用指南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54321"/>
                </a:solidFill>
              </a:rPr>
              <a:t>台灣居民赴中國大陸開戶完整攻略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5303520"/>
            <a:ext cx="9144000" cy="1554480"/>
          </a:xfrm>
          <a:prstGeom prst="rect">
            <a:avLst/>
          </a:prstGeom>
          <a:solidFill>
            <a:srgbClr val="8B451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54864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📍 建議收藏 以備不時之需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B4513"/>
                </a:solidFill>
              </a:rPr>
              <a:t>📋 前提準備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686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25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📕 大陸通行證（回鄉證）- 有效期內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8686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📗 台胞證 - 台灣居民來往大陸通行證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686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80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🏠 居住證明（酒店預訂/租房合約/工作證明）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686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📱 大陸手機號碼（必須，接收驗證碼）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4297680"/>
            <a:ext cx="8686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👤 基本聯繫方式（地址、緊急聯繫人）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5074920"/>
            <a:ext cx="8686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212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💰 攜帶 2000-5000 人民幣現金作為初始存款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B4513"/>
                </a:solidFill>
              </a:rPr>
              <a:t>🏦 推薦銀行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6868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25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4513"/>
                </a:solidFill>
              </a:rPr>
              <a:t>中國工商銀行 (ICBC)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4321"/>
                </a:solidFill>
              </a:rPr>
              <a:t>網點多，服務完善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86868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06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4513"/>
                </a:solidFill>
              </a:rPr>
              <a:t>中國建設銀行 (CCB)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4321"/>
                </a:solidFill>
              </a:rPr>
              <a:t>開戶較快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6868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886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4513"/>
                </a:solidFill>
              </a:rPr>
              <a:t>招商銀行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4321"/>
                </a:solidFill>
              </a:rPr>
              <a:t>服務好，有英文介面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86868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66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4513"/>
                </a:solidFill>
              </a:rPr>
              <a:t>支付寶/微信支付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5623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4321"/>
                </a:solidFill>
              </a:rPr>
              <a:t>需先綁定銀行卡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B4513"/>
                </a:solidFill>
              </a:rPr>
              <a:t>📝 開戶流程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1️⃣ 抵達銀行大廳，取號排隊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2️⃣ 填寫「個人帳戶開戶申請表」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3️⃣ 提交證件（回鄉證+台胞證+居住證明）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4️⃣ 填寫「稅收居民身份聲明」表格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5️⃣ 設定銀行卡密碼+預留手機號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480560"/>
            <a:ext cx="457200" cy="45720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526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4480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6️⃣ 存入初始存款（建議1000元起）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" y="5120640"/>
            <a:ext cx="457200" cy="457200"/>
          </a:xfrm>
          <a:prstGeom prst="ellipse">
            <a:avLst/>
          </a:prstGeom>
          <a:solidFill>
            <a:srgbClr val="8B4513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0160" y="5120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7️⃣ 領取銀行卡+開通網銀/手機銀行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B4513"/>
                </a:solidFill>
              </a:rPr>
              <a:t>⚠️ 重要注意事項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▪ 每家銀行要求可能不同，建議先電話確認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▪ 部分銀行需要「工作證明」或「納稅證明」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▪ 建議開戶時同時申請「網銀」和「手機銀行」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▪ 牢記 6 位數純數字「查詢密碼」和「交易密碼」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▪ 大陸銀行卡在台灣 ATM 也能提款（手續費約 1%）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▪ 建議開戶後第一時間綁定支付寶/微信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B4513"/>
                </a:solidFill>
              </a:rPr>
              <a:t>❓ 常見問題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686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432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Q: 台胞證過期能開戶嗎？ → 不能，必須證件有效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8686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43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Q: 沒有大陸手機號怎麼辦？ → 可在口岸購買預付費卡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686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43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Q: 需要多久才能拿到卡？ → 現場即刻出卡，網銀當場開通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4480560"/>
            <a:ext cx="8686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432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709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Q: 可以開戶外幣帳戶嗎？ → 可以，需另外申請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8B4513"/>
                </a:solidFill>
              </a:rPr>
              <a:t>📞 緊急聯繫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1371600"/>
            <a:ext cx="5486400" cy="731520"/>
          </a:xfrm>
          <a:prstGeom prst="roundRect">
            <a:avLst/>
          </a:prstGeom>
          <a:solidFill>
            <a:srgbClr val="8B4513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中國工商銀行客服：95588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0" y="2377440"/>
            <a:ext cx="5486400" cy="731520"/>
          </a:xfrm>
          <a:prstGeom prst="roundRect">
            <a:avLst/>
          </a:prstGeom>
          <a:solidFill>
            <a:srgbClr val="8B4513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中國建設銀行客服：95533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828800" y="3383280"/>
            <a:ext cx="5486400" cy="731520"/>
          </a:xfrm>
          <a:prstGeom prst="roundRect">
            <a:avLst/>
          </a:prstGeom>
          <a:solidFill>
            <a:srgbClr val="8B4513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3566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招商銀行客服：95555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828800" y="4389120"/>
            <a:ext cx="5486400" cy="731520"/>
          </a:xfrm>
          <a:prstGeom prst="roundRect">
            <a:avLst/>
          </a:prstGeom>
          <a:solidFill>
            <a:srgbClr val="8B4513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4572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大陸區號：+86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5669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54321"/>
                </a:solidFill>
              </a:rPr>
              <a:t>感謝使用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到大陸開銀行卡實用指南</dc:title>
  <dc:subject>PptxGenJS Presentation</dc:subject>
  <dc:creator>AirClaw</dc:creator>
  <cp:lastModifiedBy>AirClaw</cp:lastModifiedBy>
  <cp:revision>1</cp:revision>
  <dcterms:created xsi:type="dcterms:W3CDTF">2026-03-29T21:01:32Z</dcterms:created>
  <dcterms:modified xsi:type="dcterms:W3CDTF">2026-03-29T21:01:32Z</dcterms:modified>
</cp:coreProperties>
</file>